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0"/>
  </p:normalViewPr>
  <p:slideViewPr>
    <p:cSldViewPr snapToGrid="0" snapToObjects="1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42019-1DFB-6D42-88C4-92FE863C8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7F486-4294-3F4C-89C9-D3CFBEEE6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EFE02-CF55-DA40-B315-33A7BE955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EFAE-3295-4249-862F-F884E6D2D8BD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8B7E5-B3A5-D84E-908F-3CBB86EC9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BA369-2291-ED43-98F5-3F8952759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D592-4319-6542-A875-BEA68567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635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DC86E-29AF-A94E-9B9B-307967610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E4407-AC05-E947-8368-05B974974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78489-31E9-6B4B-88D6-FC280AD70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EFAE-3295-4249-862F-F884E6D2D8BD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4C5C7-F8E7-AC4A-9F82-B436A272F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76192-A15D-474C-8FD0-8DD115079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D592-4319-6542-A875-BEA68567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323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56368-780D-FD44-AC3A-31E213C15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B5A28-A3A5-1341-AD1C-FD7665BDB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BB328-9649-174F-8ABA-1AEDAF776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EFAE-3295-4249-862F-F884E6D2D8BD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44AF7-1F33-A343-86DB-3E7493B1C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B2810-B47E-AC45-9B80-18D587334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D592-4319-6542-A875-BEA68567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22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4A9FF-CE08-B544-B365-27B673415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05A1F-C80F-9B4E-AD8A-624E597B69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409A8-F8A8-CA4A-B523-9EC7C33A4B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80B58-5416-174D-8F40-8E012E9C2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EFAE-3295-4249-862F-F884E6D2D8BD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04B2A-047D-2041-9CCE-2A5D60A0D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48D91-457D-6D4B-9E8C-4FF23E8AB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D592-4319-6542-A875-BEA68567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06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569E1-8681-514D-A151-C3E08228E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892C6-7B03-0344-9BDA-832C11524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8DAF12-1AAF-9B4C-B3BF-87CB44B75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8E8753-3E8E-B146-9F9A-DB430D491C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353D4C-2DD0-7B46-AFFE-7706BB943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6D83A8-D826-2249-AC93-A87578BD4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EFAE-3295-4249-862F-F884E6D2D8BD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DAE0A-CCEE-594A-96F6-5B7A07C98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6E0B70-7C9B-9440-8808-163D0EFB2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D592-4319-6542-A875-BEA68567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04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DEF0C-7026-5241-9DBC-82E38AF6F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F7A07-4FE8-B14B-B157-66B658D92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EFAE-3295-4249-862F-F884E6D2D8BD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CF20B8-77A2-8346-BC43-A1658C5CE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592A6B-87D9-984E-BF3E-9EAFE91D3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D592-4319-6542-A875-BEA68567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15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A464F8-1881-274B-A580-6D346406F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EFAE-3295-4249-862F-F884E6D2D8BD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CC6A0D-8719-3640-B588-2635DBE7B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10205-067C-044B-9AA9-17D7194F8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D592-4319-6542-A875-BEA68567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70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AFE65-5859-264F-8E1E-64689DA3F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CF9E5-1AC7-D04F-A773-F47D013D7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27CDAC-05F2-9247-A533-38D045210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90E68-D334-4C4E-81B3-C7957922A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EFAE-3295-4249-862F-F884E6D2D8BD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AE8D5-8D13-1041-BC71-40B9F7730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C6CE4-0B29-4F4F-BEB4-DFB72E67A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D592-4319-6542-A875-BEA68567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13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74495-9080-5B41-A5ED-BA3BFC058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02ACD3-AA88-8E4F-B7E0-575C03F28B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5CA482-9C3D-9345-8110-2ECEF727E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04438-3307-7F41-8636-A611A1E6B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EFAE-3295-4249-862F-F884E6D2D8BD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0690E-D5A0-7F4B-BA81-A783DDA2D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EA19C-4114-DF4C-9335-DF1BBF7E2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D592-4319-6542-A875-BEA68567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08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A5B85-7496-6648-919E-760E20B9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8A46CA-2951-0246-B271-91F7854286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A7C75-8E74-944C-BC4A-B3AB90101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EFAE-3295-4249-862F-F884E6D2D8BD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8E1F1-81F6-0844-9D41-F69F5A5B1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93EB8-B857-BD42-906E-40E9F8F22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D592-4319-6542-A875-BEA68567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295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B540B5-CD43-2C43-AB0F-4A9FDDF214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67B1A2-D882-0745-AF12-BCCCAECA9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CDD34-649C-0844-9D5F-545FF4663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7EFAE-3295-4249-862F-F884E6D2D8BD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656B5-361C-1F4B-A9BB-39F333C1A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4A096-07A6-4E4C-9905-1E3C6409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56D592-4319-6542-A875-BEA68567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943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43D1B1-1101-1340-AF52-E393C654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34057-47A9-704E-9722-173FA32E1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303F1-61B8-6B4A-AF85-F9FF0D676F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87EFAE-3295-4249-862F-F884E6D2D8BD}" type="datetimeFigureOut">
              <a:rPr lang="en-US" smtClean="0"/>
              <a:t>11/19/20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79833-A93A-A446-A628-D6CCF6957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1E784-B2A2-8F4F-8C89-09A585CA7B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6D592-4319-6542-A875-BEA685674A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796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table, sitting, front, umbrella&#10;&#10;Description automatically generated">
            <a:extLst>
              <a:ext uri="{FF2B5EF4-FFF2-40B4-BE49-F238E27FC236}">
                <a16:creationId xmlns:a16="http://schemas.microsoft.com/office/drawing/2014/main" id="{35762F02-8D2E-3344-9886-22639C556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1A4C1E-A576-C443-A954-919A1D1156FF}"/>
              </a:ext>
            </a:extLst>
          </p:cNvPr>
          <p:cNvSpPr txBox="1"/>
          <p:nvPr/>
        </p:nvSpPr>
        <p:spPr>
          <a:xfrm>
            <a:off x="6900530" y="1648046"/>
            <a:ext cx="1616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0. (0,46)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B88C29-2C85-484D-9BBC-DDFABD2289C4}"/>
              </a:ext>
            </a:extLst>
          </p:cNvPr>
          <p:cNvSpPr txBox="1"/>
          <p:nvPr/>
        </p:nvSpPr>
        <p:spPr>
          <a:xfrm>
            <a:off x="5415516" y="1648046"/>
            <a:ext cx="1616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1. (35,46)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954D05-C77A-5149-A128-C26A2327F1DC}"/>
              </a:ext>
            </a:extLst>
          </p:cNvPr>
          <p:cNvSpPr txBox="1"/>
          <p:nvPr/>
        </p:nvSpPr>
        <p:spPr>
          <a:xfrm>
            <a:off x="3214576" y="2268279"/>
            <a:ext cx="1616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2. (80,33)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BA4DFC-4E93-E849-8059-7A86F768763C}"/>
              </a:ext>
            </a:extLst>
          </p:cNvPr>
          <p:cNvSpPr txBox="1"/>
          <p:nvPr/>
        </p:nvSpPr>
        <p:spPr>
          <a:xfrm>
            <a:off x="3214575" y="3429000"/>
            <a:ext cx="1616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3. (80,6)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C8549A-BF8C-9D44-BC50-123F07DA0D46}"/>
              </a:ext>
            </a:extLst>
          </p:cNvPr>
          <p:cNvSpPr txBox="1"/>
          <p:nvPr/>
        </p:nvSpPr>
        <p:spPr>
          <a:xfrm>
            <a:off x="3310269" y="4721224"/>
            <a:ext cx="1616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4. (80,-26)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6FBD76-AC89-9943-B785-50D5469B6BBE}"/>
              </a:ext>
            </a:extLst>
          </p:cNvPr>
          <p:cNvSpPr txBox="1"/>
          <p:nvPr/>
        </p:nvSpPr>
        <p:spPr>
          <a:xfrm>
            <a:off x="5511209" y="5362353"/>
            <a:ext cx="1616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5. (26,-39)</a:t>
            </a:r>
          </a:p>
        </p:txBody>
      </p:sp>
    </p:spTree>
    <p:extLst>
      <p:ext uri="{BB962C8B-B14F-4D97-AF65-F5344CB8AC3E}">
        <p14:creationId xmlns:p14="http://schemas.microsoft.com/office/powerpoint/2010/main" val="2611652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Anderson</dc:creator>
  <cp:lastModifiedBy>Mark Anderson</cp:lastModifiedBy>
  <cp:revision>1</cp:revision>
  <dcterms:created xsi:type="dcterms:W3CDTF">2020-11-19T22:31:01Z</dcterms:created>
  <dcterms:modified xsi:type="dcterms:W3CDTF">2020-11-19T22:34:53Z</dcterms:modified>
</cp:coreProperties>
</file>